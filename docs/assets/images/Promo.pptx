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7772400" cy="10058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6" d="100"/>
          <a:sy n="146" d="100"/>
        </p:scale>
        <p:origin x="96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" name="PlaceHolder 3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CB207B0-4534-4379-A599-831890368C71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560" cy="1599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480" cy="4872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560" cy="381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5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8" name="PlaceHolder 6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4552D73-714B-4299-8716-A80C24D6F43E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560" cy="1599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480" cy="4872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560" cy="381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4" name="PlaceHolder 6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DCEE588-3AA7-42A8-AC24-500DAA132AD4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280" cy="2386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8" name="PlaceHolder 4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26B6458-9678-4DB6-B64E-1B2C8562A330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3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F51B204-6B25-46F9-90C3-953DD44EED7C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360" cy="581112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520" cy="581112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8" name="PlaceHolder 5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BFA368B-366E-4835-BBA3-E5508E1ED957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3" name="PlaceHolder 5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1CB7EBE-3A69-44B7-8F2F-4859AF3A0528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4880" cy="2851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4880" cy="1499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8" name="PlaceHolder 5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5012FC1-FF60-44DB-93B6-186A01DE0CBE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0760" cy="435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0760" cy="435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4" name="PlaceHolder 6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00E99D0-AB78-481C-A881-6E2C399B15E7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000" cy="82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000" cy="3683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560" cy="82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560" cy="3683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6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7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2" name="PlaceHolder 8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0E9561B-735F-4771-BE06-0757B0389163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6" name="PlaceHolder 4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AE4FC0D-3CD4-48EB-AEA0-005A4E798363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Picture 10" descr="A close up of a word&#10;&#10;Description automatically generated"/>
          <p:cNvPicPr/>
          <p:nvPr/>
        </p:nvPicPr>
        <p:blipFill>
          <a:blip r:embed="rId2"/>
          <a:stretch/>
        </p:blipFill>
        <p:spPr>
          <a:xfrm>
            <a:off x="847234" y="5871555"/>
            <a:ext cx="4324320" cy="494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" name="TextBox 11"/>
          <p:cNvSpPr/>
          <p:nvPr/>
        </p:nvSpPr>
        <p:spPr>
          <a:xfrm>
            <a:off x="107655" y="411725"/>
            <a:ext cx="3239774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Quick Search combining labels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Box 20"/>
          <p:cNvSpPr/>
          <p:nvPr/>
        </p:nvSpPr>
        <p:spPr>
          <a:xfrm>
            <a:off x="8468282" y="2764748"/>
            <a:ext cx="3297600" cy="6448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Search </a:t>
            </a:r>
            <a:r>
              <a:rPr lang="en-US" sz="1800" b="1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Options</a:t>
            </a: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 for Type, Result Limit, Default Space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22"/>
          <p:cNvSpPr/>
          <p:nvPr/>
        </p:nvSpPr>
        <p:spPr>
          <a:xfrm>
            <a:off x="761000" y="5380146"/>
            <a:ext cx="3949712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Search from Omnibox with keyword ‘c’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31"/>
          <p:cNvSpPr/>
          <p:nvPr/>
        </p:nvSpPr>
        <p:spPr>
          <a:xfrm>
            <a:off x="3347429" y="739069"/>
            <a:ext cx="2137601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Support Pagination</a:t>
            </a:r>
          </a:p>
        </p:txBody>
      </p:sp>
      <p:sp>
        <p:nvSpPr>
          <p:cNvPr id="70" name="TextBox 5"/>
          <p:cNvSpPr/>
          <p:nvPr/>
        </p:nvSpPr>
        <p:spPr>
          <a:xfrm>
            <a:off x="565731" y="4532966"/>
            <a:ext cx="5298639" cy="6448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Open native </a:t>
            </a:r>
            <a:r>
              <a:rPr lang="en-US" b="1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Confluence advanced Search with </a:t>
            </a:r>
            <a:r>
              <a:rPr lang="en-US" b="1" u="none" strike="noStrike" dirty="0" err="1">
                <a:solidFill>
                  <a:schemeClr val="dk1"/>
                </a:solidFill>
                <a:effectLst/>
                <a:uFillTx/>
                <a:latin typeface="Aptos"/>
              </a:rPr>
              <a:t>Ctrl</a:t>
            </a:r>
            <a:r>
              <a:rPr lang="en-US" b="0" u="none" strike="noStrike" dirty="0" err="1">
                <a:solidFill>
                  <a:schemeClr val="dk1"/>
                </a:solidFill>
                <a:effectLst/>
                <a:uFillTx/>
                <a:latin typeface="Aptos"/>
              </a:rPr>
              <a:t>+Submit</a:t>
            </a:r>
            <a:r>
              <a:rPr lang="en-US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 or default mode from omnibox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B31C742-68E2-A416-DDCC-B30411A190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680" y="1260825"/>
            <a:ext cx="3601747" cy="3013897"/>
          </a:xfrm>
          <a:prstGeom prst="rect">
            <a:avLst/>
          </a:prstGeom>
        </p:spPr>
      </p:pic>
      <p:cxnSp>
        <p:nvCxnSpPr>
          <p:cNvPr id="69" name="Straight Arrow Connector 33"/>
          <p:cNvCxnSpPr>
            <a:cxnSpLocks/>
          </p:cNvCxnSpPr>
          <p:nvPr/>
        </p:nvCxnSpPr>
        <p:spPr>
          <a:xfrm flipH="1">
            <a:off x="998667" y="942597"/>
            <a:ext cx="2348762" cy="1095675"/>
          </a:xfrm>
          <a:prstGeom prst="straightConnector1">
            <a:avLst/>
          </a:prstGeom>
          <a:ln w="0">
            <a:solidFill>
              <a:srgbClr val="156082"/>
            </a:solidFill>
            <a:tailEnd type="triangle" w="med" len="med"/>
          </a:ln>
        </p:spPr>
      </p:cxnSp>
      <p:cxnSp>
        <p:nvCxnSpPr>
          <p:cNvPr id="65" name="Straight Arrow Connector 25"/>
          <p:cNvCxnSpPr>
            <a:cxnSpLocks/>
          </p:cNvCxnSpPr>
          <p:nvPr/>
        </p:nvCxnSpPr>
        <p:spPr>
          <a:xfrm>
            <a:off x="761000" y="776405"/>
            <a:ext cx="0" cy="843119"/>
          </a:xfrm>
          <a:prstGeom prst="straightConnector1">
            <a:avLst/>
          </a:prstGeom>
          <a:ln w="0">
            <a:solidFill>
              <a:srgbClr val="156082"/>
            </a:solidFill>
            <a:tailEnd type="triangle" w="med" len="med"/>
          </a:ln>
        </p:spPr>
      </p:cxnSp>
      <p:sp>
        <p:nvSpPr>
          <p:cNvPr id="10" name="TextBox 31">
            <a:extLst>
              <a:ext uri="{FF2B5EF4-FFF2-40B4-BE49-F238E27FC236}">
                <a16:creationId xmlns:a16="http://schemas.microsoft.com/office/drawing/2014/main" id="{1861310C-E604-6677-7DDE-670793593E9D}"/>
              </a:ext>
            </a:extLst>
          </p:cNvPr>
          <p:cNvSpPr/>
          <p:nvPr/>
        </p:nvSpPr>
        <p:spPr>
          <a:xfrm>
            <a:off x="4416229" y="1617835"/>
            <a:ext cx="3297600" cy="119887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Possibility to quick search in predefined spaces included ‘last accessed’ also with keyword overwrite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" name="Straight Arrow Connector 25">
            <a:extLst>
              <a:ext uri="{FF2B5EF4-FFF2-40B4-BE49-F238E27FC236}">
                <a16:creationId xmlns:a16="http://schemas.microsoft.com/office/drawing/2014/main" id="{2909062C-D6E6-29D5-F2CB-3279E0461C42}"/>
              </a:ext>
            </a:extLst>
          </p:cNvPr>
          <p:cNvCxnSpPr>
            <a:cxnSpLocks/>
          </p:cNvCxnSpPr>
          <p:nvPr/>
        </p:nvCxnSpPr>
        <p:spPr>
          <a:xfrm flipH="1" flipV="1">
            <a:off x="1616386" y="2136137"/>
            <a:ext cx="2756269" cy="70064"/>
          </a:xfrm>
          <a:prstGeom prst="straightConnector1">
            <a:avLst/>
          </a:prstGeom>
          <a:ln w="0">
            <a:solidFill>
              <a:srgbClr val="156082"/>
            </a:solidFill>
            <a:tailEnd type="triangle" w="med" len="med"/>
          </a:ln>
        </p:spPr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DE1BB4E0-01A5-5F62-6979-B89FAD9455F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8370" y="146884"/>
            <a:ext cx="2739475" cy="2520000"/>
          </a:xfrm>
          <a:prstGeom prst="rect">
            <a:avLst/>
          </a:prstGeom>
        </p:spPr>
      </p:pic>
      <p:sp>
        <p:nvSpPr>
          <p:cNvPr id="7" name="TextBox 5">
            <a:extLst>
              <a:ext uri="{FF2B5EF4-FFF2-40B4-BE49-F238E27FC236}">
                <a16:creationId xmlns:a16="http://schemas.microsoft.com/office/drawing/2014/main" id="{9608598D-208E-00DD-E4F2-4D47EF0118B1}"/>
              </a:ext>
            </a:extLst>
          </p:cNvPr>
          <p:cNvSpPr/>
          <p:nvPr/>
        </p:nvSpPr>
        <p:spPr>
          <a:xfrm>
            <a:off x="4146633" y="3106561"/>
            <a:ext cx="3567196" cy="6448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Possibility to overwrite settings with keywords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Box 5">
            <a:extLst>
              <a:ext uri="{FF2B5EF4-FFF2-40B4-BE49-F238E27FC236}">
                <a16:creationId xmlns:a16="http://schemas.microsoft.com/office/drawing/2014/main" id="{A0D31A4E-963B-96E0-EC52-0585D05C02E1}"/>
              </a:ext>
            </a:extLst>
          </p:cNvPr>
          <p:cNvSpPr/>
          <p:nvPr/>
        </p:nvSpPr>
        <p:spPr>
          <a:xfrm>
            <a:off x="7243805" y="3829469"/>
            <a:ext cx="4377534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b="1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Label Dictionary </a:t>
            </a:r>
            <a:r>
              <a:rPr lang="en-US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for quick search by label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C72313F2-9823-AEF7-215A-7EEFD62402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224" y="4197347"/>
            <a:ext cx="2621047" cy="252000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2EC1EF59-D012-4760-AFFA-0AEAF7CF6115}"/>
              </a:ext>
            </a:extLst>
          </p:cNvPr>
          <p:cNvSpPr/>
          <p:nvPr/>
        </p:nvSpPr>
        <p:spPr>
          <a:xfrm>
            <a:off x="7123051" y="3751438"/>
            <a:ext cx="4619042" cy="2946605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AABD7A6-7349-1A6C-5137-79916E94FFD2}"/>
              </a:ext>
            </a:extLst>
          </p:cNvPr>
          <p:cNvSpPr/>
          <p:nvPr/>
        </p:nvSpPr>
        <p:spPr>
          <a:xfrm>
            <a:off x="565731" y="5240165"/>
            <a:ext cx="5051298" cy="1361322"/>
          </a:xfrm>
          <a:prstGeom prst="rect">
            <a:avLst/>
          </a:prstGeom>
          <a:solidFill>
            <a:schemeClr val="tx2">
              <a:lumMod val="10000"/>
              <a:lumOff val="90000"/>
              <a:alpha val="2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D2E3113E-519B-D456-7247-42CC34EFF462}"/>
              </a:ext>
            </a:extLst>
          </p:cNvPr>
          <p:cNvSpPr/>
          <p:nvPr/>
        </p:nvSpPr>
        <p:spPr>
          <a:xfrm>
            <a:off x="185334" y="245302"/>
            <a:ext cx="3835591" cy="1509475"/>
          </a:xfrm>
          <a:prstGeom prst="rect">
            <a:avLst/>
          </a:prstGeom>
          <a:solidFill>
            <a:schemeClr val="accent6">
              <a:lumMod val="20000"/>
              <a:lumOff val="80000"/>
              <a:alpha val="2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8B07E6-E13A-8F82-A3E4-191C4063FB21}"/>
              </a:ext>
            </a:extLst>
          </p:cNvPr>
          <p:cNvSpPr/>
          <p:nvPr/>
        </p:nvSpPr>
        <p:spPr>
          <a:xfrm>
            <a:off x="96677" y="4072504"/>
            <a:ext cx="5566964" cy="2424973"/>
          </a:xfrm>
          <a:prstGeom prst="rect">
            <a:avLst/>
          </a:prstGeom>
          <a:solidFill>
            <a:srgbClr val="FFC00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64EA73-5790-8956-459F-F5E4152705FA}"/>
              </a:ext>
            </a:extLst>
          </p:cNvPr>
          <p:cNvSpPr txBox="1"/>
          <p:nvPr/>
        </p:nvSpPr>
        <p:spPr>
          <a:xfrm>
            <a:off x="232965" y="451789"/>
            <a:ext cx="378796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Copy Link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Link using </a:t>
            </a:r>
            <a:r>
              <a:rPr lang="en-US" dirty="0" err="1"/>
              <a:t>PageId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(robust to relocation or renaming)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Breadcrumb format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28E267-A6D3-6F75-E73B-A9A0110E28FB}"/>
              </a:ext>
            </a:extLst>
          </p:cNvPr>
          <p:cNvSpPr txBox="1"/>
          <p:nvPr/>
        </p:nvSpPr>
        <p:spPr>
          <a:xfrm>
            <a:off x="185334" y="4103687"/>
            <a:ext cx="452957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Table of Contents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Overlay with Left or Right default position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expandable levels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Jump to heading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Draggable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B0E83D7-5CE1-05AB-2509-678C9A0B0FC5}"/>
              </a:ext>
            </a:extLst>
          </p:cNvPr>
          <p:cNvSpPr/>
          <p:nvPr/>
        </p:nvSpPr>
        <p:spPr>
          <a:xfrm>
            <a:off x="4618489" y="202761"/>
            <a:ext cx="7488347" cy="3817979"/>
          </a:xfrm>
          <a:prstGeom prst="rect">
            <a:avLst/>
          </a:prstGeom>
          <a:solidFill>
            <a:schemeClr val="accent1">
              <a:lumMod val="20000"/>
              <a:lumOff val="80000"/>
              <a:alpha val="2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714CD12-474C-0A0E-9238-23BE4C3F3A9F}"/>
              </a:ext>
            </a:extLst>
          </p:cNvPr>
          <p:cNvSpPr txBox="1"/>
          <p:nvPr/>
        </p:nvSpPr>
        <p:spPr>
          <a:xfrm>
            <a:off x="7154074" y="202761"/>
            <a:ext cx="328006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Snippet Management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Local Handling of Templates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Variable expansion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Export/Import for sharing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Source or Rich Editor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48B3FC1-A1CC-60EB-5E78-2B908ECA0A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3134" y="1807992"/>
            <a:ext cx="2156071" cy="177710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E09C830-CFC3-4DE0-BFAB-8A0ECEAFEE54}"/>
              </a:ext>
            </a:extLst>
          </p:cNvPr>
          <p:cNvSpPr txBox="1"/>
          <p:nvPr/>
        </p:nvSpPr>
        <p:spPr>
          <a:xfrm>
            <a:off x="7488317" y="3582198"/>
            <a:ext cx="215155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Snippet Selector for Quick Insert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9C28695-6E87-B5C2-55FC-1448BD333F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72108" y="1807992"/>
            <a:ext cx="1526402" cy="73147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3AD95A7-9121-54EE-946B-968BB1A220CC}"/>
              </a:ext>
            </a:extLst>
          </p:cNvPr>
          <p:cNvSpPr txBox="1"/>
          <p:nvPr/>
        </p:nvSpPr>
        <p:spPr>
          <a:xfrm>
            <a:off x="10220274" y="2539470"/>
            <a:ext cx="135005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Variable Expansion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F7BA5FF-9FBA-4EA3-65B0-CECDC67BD386}"/>
              </a:ext>
            </a:extLst>
          </p:cNvPr>
          <p:cNvSpPr txBox="1"/>
          <p:nvPr/>
        </p:nvSpPr>
        <p:spPr>
          <a:xfrm>
            <a:off x="5057545" y="3451393"/>
            <a:ext cx="121219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Snippet Manager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D658550-351C-E95B-A0F6-8595EB8F98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89458" y="4868671"/>
            <a:ext cx="2889398" cy="140977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D3FD586-6717-4B17-AECE-645C6A3810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6443" y="479648"/>
            <a:ext cx="1935713" cy="2880000"/>
          </a:xfrm>
          <a:prstGeom prst="rect">
            <a:avLst/>
          </a:prstGeom>
        </p:spPr>
      </p:pic>
      <p:grpSp>
        <p:nvGrpSpPr>
          <p:cNvPr id="30" name="Group 29">
            <a:extLst>
              <a:ext uri="{FF2B5EF4-FFF2-40B4-BE49-F238E27FC236}">
                <a16:creationId xmlns:a16="http://schemas.microsoft.com/office/drawing/2014/main" id="{C17FED27-6CB8-6770-D307-5722982B0383}"/>
              </a:ext>
            </a:extLst>
          </p:cNvPr>
          <p:cNvGrpSpPr/>
          <p:nvPr/>
        </p:nvGrpSpPr>
        <p:grpSpPr>
          <a:xfrm>
            <a:off x="6269736" y="4297627"/>
            <a:ext cx="5566964" cy="2117251"/>
            <a:chOff x="6439702" y="4575286"/>
            <a:chExt cx="5566964" cy="2117251"/>
          </a:xfrm>
        </p:grpSpPr>
        <p:sp>
          <p:nvSpPr>
            <p:cNvPr id="64" name="TextBox 23"/>
            <p:cNvSpPr/>
            <p:nvPr/>
          </p:nvSpPr>
          <p:spPr>
            <a:xfrm>
              <a:off x="6662722" y="4727451"/>
              <a:ext cx="4416250" cy="58332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800" b="1" u="none" strike="noStrike" dirty="0">
                  <a:solidFill>
                    <a:schemeClr val="dk1"/>
                  </a:solidFill>
                  <a:effectLst/>
                  <a:uFillTx/>
                  <a:latin typeface="Aptos"/>
                </a:rPr>
                <a:t>Numbered Headings </a:t>
              </a:r>
            </a:p>
            <a:p>
              <a:pPr marL="285750" indent="-285750" defTabSz="914400">
                <a:lnSpc>
                  <a:spcPct val="100000"/>
                </a:lnSpc>
                <a:buFont typeface="Arial" panose="020B0604020202020204" pitchFamily="34" charset="0"/>
                <a:buChar char="•"/>
              </a:pPr>
              <a:r>
                <a:rPr lang="en-US" sz="1400" dirty="0">
                  <a:solidFill>
                    <a:schemeClr val="dk1"/>
                  </a:solidFill>
                  <a:latin typeface="Aptos"/>
                </a:rPr>
                <a:t>Add/Remove Heading Numbering via context menu</a:t>
              </a:r>
              <a:endPara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735FA5D7-F4BA-0E8E-4957-836192B282B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669282" y="5284990"/>
              <a:ext cx="796966" cy="1165285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42DC743F-3811-9151-9BDE-1C44B9AD707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541637" y="5283875"/>
              <a:ext cx="612437" cy="1166400"/>
            </a:xfrm>
            <a:prstGeom prst="rect">
              <a:avLst/>
            </a:prstGeom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D16421D1-1A3B-1EAD-0250-8F365CD4B10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557511" y="5385917"/>
              <a:ext cx="3325525" cy="720000"/>
            </a:xfrm>
            <a:prstGeom prst="rect">
              <a:avLst/>
            </a:prstGeom>
          </p:spPr>
        </p:pic>
        <p:sp>
          <p:nvSpPr>
            <p:cNvPr id="28" name="Arrow: Left-Right 27">
              <a:extLst>
                <a:ext uri="{FF2B5EF4-FFF2-40B4-BE49-F238E27FC236}">
                  <a16:creationId xmlns:a16="http://schemas.microsoft.com/office/drawing/2014/main" id="{3488592F-EFFB-BB53-47A7-CF5A30D6000A}"/>
                </a:ext>
              </a:extLst>
            </p:cNvPr>
            <p:cNvSpPr/>
            <p:nvPr/>
          </p:nvSpPr>
          <p:spPr>
            <a:xfrm>
              <a:off x="7213039" y="5794946"/>
              <a:ext cx="364980" cy="176932"/>
            </a:xfrm>
            <a:prstGeom prst="left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15B745B-A6F8-9DC1-E181-3B0000AB1831}"/>
                </a:ext>
              </a:extLst>
            </p:cNvPr>
            <p:cNvSpPr/>
            <p:nvPr/>
          </p:nvSpPr>
          <p:spPr>
            <a:xfrm>
              <a:off x="6439702" y="4575286"/>
              <a:ext cx="5566964" cy="2117251"/>
            </a:xfrm>
            <a:prstGeom prst="rect">
              <a:avLst/>
            </a:prstGeom>
            <a:solidFill>
              <a:schemeClr val="accent5">
                <a:lumMod val="20000"/>
                <a:lumOff val="80000"/>
                <a:alpha val="2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911289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459993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>
            <a:extLst>
              <a:ext uri="{FF2B5EF4-FFF2-40B4-BE49-F238E27FC236}">
                <a16:creationId xmlns:a16="http://schemas.microsoft.com/office/drawing/2014/main" id="{4002C416-F9BE-7DE0-0F4F-23622E1136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955" y="1941643"/>
            <a:ext cx="5818775" cy="32400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8E8414C8-ED5E-13D2-BF83-38DCC1F337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0977" y="1941643"/>
            <a:ext cx="6155062" cy="32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92726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134</Words>
  <Application>Microsoft Office PowerPoint</Application>
  <PresentationFormat>Widescreen</PresentationFormat>
  <Paragraphs>26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1" baseType="lpstr">
      <vt:lpstr>Aptos</vt:lpstr>
      <vt:lpstr>Aptos Display</vt:lpstr>
      <vt:lpstr>Arial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Dalon, Thierry (e.telligent GmbH)</dc:creator>
  <dc:description/>
  <cp:lastModifiedBy>Thierry Dalon</cp:lastModifiedBy>
  <cp:revision>18</cp:revision>
  <dcterms:created xsi:type="dcterms:W3CDTF">2024-03-15T08:03:49Z</dcterms:created>
  <dcterms:modified xsi:type="dcterms:W3CDTF">2025-11-03T14:00:42Z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1</vt:i4>
  </property>
  <property fmtid="{D5CDD505-2E9C-101B-9397-08002B2CF9AE}" pid="4" name="MSIP_Label_b5e49a85-0fef-4269-9524-ce2bbf67895e_Enabled">
    <vt:lpwstr>true</vt:lpwstr>
  </property>
  <property fmtid="{D5CDD505-2E9C-101B-9397-08002B2CF9AE}" pid="5" name="MSIP_Label_b5e49a85-0fef-4269-9524-ce2bbf67895e_SetDate">
    <vt:lpwstr>2025-11-03T06:27:47Z</vt:lpwstr>
  </property>
  <property fmtid="{D5CDD505-2E9C-101B-9397-08002B2CF9AE}" pid="6" name="MSIP_Label_b5e49a85-0fef-4269-9524-ce2bbf67895e_Method">
    <vt:lpwstr>Standard</vt:lpwstr>
  </property>
  <property fmtid="{D5CDD505-2E9C-101B-9397-08002B2CF9AE}" pid="7" name="MSIP_Label_b5e49a85-0fef-4269-9524-ce2bbf67895e_Name">
    <vt:lpwstr>Vertraulich</vt:lpwstr>
  </property>
  <property fmtid="{D5CDD505-2E9C-101B-9397-08002B2CF9AE}" pid="8" name="MSIP_Label_b5e49a85-0fef-4269-9524-ce2bbf67895e_SiteId">
    <vt:lpwstr>9b48dacb-0069-42ea-a24a-22c6f85fcddc</vt:lpwstr>
  </property>
  <property fmtid="{D5CDD505-2E9C-101B-9397-08002B2CF9AE}" pid="9" name="MSIP_Label_b5e49a85-0fef-4269-9524-ce2bbf67895e_ActionId">
    <vt:lpwstr>1430c6b7-0c96-408a-96db-eb2b9678024c</vt:lpwstr>
  </property>
  <property fmtid="{D5CDD505-2E9C-101B-9397-08002B2CF9AE}" pid="10" name="MSIP_Label_b5e49a85-0fef-4269-9524-ce2bbf67895e_ContentBits">
    <vt:lpwstr>0</vt:lpwstr>
  </property>
  <property fmtid="{D5CDD505-2E9C-101B-9397-08002B2CF9AE}" pid="11" name="MSIP_Label_b5e49a85-0fef-4269-9524-ce2bbf67895e_Tag">
    <vt:lpwstr>10, 3, 0, 1</vt:lpwstr>
  </property>
</Properties>
</file>