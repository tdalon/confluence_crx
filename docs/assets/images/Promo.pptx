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9" r:id="rId4"/>
  </p:sldIdLst>
  <p:sldSz cx="12192000" cy="68580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108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CB207B0-4534-4379-A599-831890368C71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8" name="PlaceHolder 6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4552D73-714B-4299-8716-A80C24D6F43E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4" name="PlaceHolder 6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DCEE588-3AA7-42A8-AC24-500DAA132AD4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8" name="PlaceHolder 4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26B6458-9678-4DB6-B64E-1B2C8562A330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F51B204-6B25-46F9-90C3-953DD44EED7C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360" cy="581112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520" cy="581112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8" name="PlaceHolder 5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BFA368B-366E-4835-BBA3-E5508E1ED957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3" name="PlaceHolder 5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1CB7EBE-3A69-44B7-8F2F-4859AF3A0528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880" cy="285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48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8" name="PlaceHolder 5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5012FC1-FF60-44DB-93B6-186A01DE0CBE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4" name="PlaceHolder 6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00E99D0-AB78-481C-A881-6E2C399B15E7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00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000" cy="368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56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560" cy="368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6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7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2" name="PlaceHolder 8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0E9561B-735F-4771-BE06-0757B0389163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6" name="PlaceHolder 4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AE4FC0D-3CD4-48EB-AEA0-005A4E798363}" type="slidenum">
              <a:rPr lang="en-U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3A0D742-B2AC-079E-5D57-D236EABA83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630" y="1327872"/>
            <a:ext cx="2733603" cy="2683580"/>
          </a:xfrm>
          <a:prstGeom prst="rect">
            <a:avLst/>
          </a:prstGeom>
        </p:spPr>
      </p:pic>
      <p:grpSp>
        <p:nvGrpSpPr>
          <p:cNvPr id="36" name="Group 35">
            <a:extLst>
              <a:ext uri="{FF2B5EF4-FFF2-40B4-BE49-F238E27FC236}">
                <a16:creationId xmlns:a16="http://schemas.microsoft.com/office/drawing/2014/main" id="{3B956FE7-D18C-5A45-89A9-FF70C7B785D1}"/>
              </a:ext>
            </a:extLst>
          </p:cNvPr>
          <p:cNvGrpSpPr/>
          <p:nvPr/>
        </p:nvGrpSpPr>
        <p:grpSpPr>
          <a:xfrm>
            <a:off x="4940960" y="2827070"/>
            <a:ext cx="3561784" cy="1850157"/>
            <a:chOff x="4940960" y="2827070"/>
            <a:chExt cx="3561784" cy="1850157"/>
          </a:xfrm>
        </p:grpSpPr>
        <p:sp>
          <p:nvSpPr>
            <p:cNvPr id="20" name="TextBox 31">
              <a:extLst>
                <a:ext uri="{FF2B5EF4-FFF2-40B4-BE49-F238E27FC236}">
                  <a16:creationId xmlns:a16="http://schemas.microsoft.com/office/drawing/2014/main" id="{CA054583-B075-859D-DF9E-6E4682118CB3}"/>
                </a:ext>
              </a:extLst>
            </p:cNvPr>
            <p:cNvSpPr/>
            <p:nvPr/>
          </p:nvSpPr>
          <p:spPr>
            <a:xfrm>
              <a:off x="5047213" y="3923233"/>
              <a:ext cx="3297600" cy="73721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squar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400" b="0" u="none" strike="noStrike" dirty="0">
                  <a:solidFill>
                    <a:schemeClr val="dk1"/>
                  </a:solidFill>
                  <a:effectLst/>
                  <a:uFillTx/>
                  <a:latin typeface="Aptos"/>
                </a:rPr>
                <a:t>Quick filters for sorting and ‘not/my pages’ (contributor, creator, favorites, watches)</a:t>
              </a:r>
              <a:endParaRPr lang="en-US" sz="14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DE4DED6-8A0C-BEF9-1EF9-0614015A2E91}"/>
                </a:ext>
              </a:extLst>
            </p:cNvPr>
            <p:cNvSpPr/>
            <p:nvPr/>
          </p:nvSpPr>
          <p:spPr>
            <a:xfrm>
              <a:off x="5142426" y="3501308"/>
              <a:ext cx="2930326" cy="269878"/>
            </a:xfrm>
            <a:prstGeom prst="rect">
              <a:avLst/>
            </a:prstGeom>
            <a:noFill/>
            <a:ln w="2222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FD38075-2C29-F83E-AA05-6C5E556C72B0}"/>
                </a:ext>
              </a:extLst>
            </p:cNvPr>
            <p:cNvSpPr/>
            <p:nvPr/>
          </p:nvSpPr>
          <p:spPr>
            <a:xfrm>
              <a:off x="4940960" y="2827070"/>
              <a:ext cx="3561784" cy="1850157"/>
            </a:xfrm>
            <a:prstGeom prst="rect">
              <a:avLst/>
            </a:prstGeom>
            <a:solidFill>
              <a:schemeClr val="accent6">
                <a:lumMod val="40000"/>
                <a:lumOff val="60000"/>
                <a:alpha val="2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34" name="Picture 33">
            <a:extLst>
              <a:ext uri="{FF2B5EF4-FFF2-40B4-BE49-F238E27FC236}">
                <a16:creationId xmlns:a16="http://schemas.microsoft.com/office/drawing/2014/main" id="{900DE0CF-2332-BCA9-FCB3-F95B4AAF23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213" y="2973269"/>
            <a:ext cx="3151907" cy="884374"/>
          </a:xfrm>
          <a:prstGeom prst="rect">
            <a:avLst/>
          </a:prstGeom>
        </p:spPr>
      </p:pic>
      <p:sp>
        <p:nvSpPr>
          <p:cNvPr id="59" name="TextBox 11"/>
          <p:cNvSpPr/>
          <p:nvPr/>
        </p:nvSpPr>
        <p:spPr>
          <a:xfrm>
            <a:off x="107655" y="411725"/>
            <a:ext cx="3239774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Aptos"/>
              </a:rPr>
              <a:t>Quick Search combining labels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31"/>
          <p:cNvSpPr/>
          <p:nvPr/>
        </p:nvSpPr>
        <p:spPr>
          <a:xfrm>
            <a:off x="3347429" y="739069"/>
            <a:ext cx="2137601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Aptos"/>
              </a:rPr>
              <a:t>Support Pagination</a:t>
            </a:r>
          </a:p>
        </p:txBody>
      </p:sp>
      <p:cxnSp>
        <p:nvCxnSpPr>
          <p:cNvPr id="69" name="Straight Arrow Connector 33"/>
          <p:cNvCxnSpPr>
            <a:cxnSpLocks/>
          </p:cNvCxnSpPr>
          <p:nvPr/>
        </p:nvCxnSpPr>
        <p:spPr>
          <a:xfrm flipH="1">
            <a:off x="998667" y="989829"/>
            <a:ext cx="2348762" cy="1095675"/>
          </a:xfrm>
          <a:prstGeom prst="straightConnector1">
            <a:avLst/>
          </a:prstGeom>
          <a:ln w="0">
            <a:solidFill>
              <a:srgbClr val="156082"/>
            </a:solidFill>
            <a:tailEnd type="triangle" w="med" len="med"/>
          </a:ln>
        </p:spPr>
      </p:cxnSp>
      <p:cxnSp>
        <p:nvCxnSpPr>
          <p:cNvPr id="65" name="Straight Arrow Connector 25"/>
          <p:cNvCxnSpPr>
            <a:cxnSpLocks/>
            <a:stCxn id="59" idx="2"/>
          </p:cNvCxnSpPr>
          <p:nvPr/>
        </p:nvCxnSpPr>
        <p:spPr>
          <a:xfrm flipH="1">
            <a:off x="883980" y="776405"/>
            <a:ext cx="843562" cy="761261"/>
          </a:xfrm>
          <a:prstGeom prst="straightConnector1">
            <a:avLst/>
          </a:prstGeom>
          <a:ln w="0">
            <a:solidFill>
              <a:srgbClr val="156082"/>
            </a:solidFill>
            <a:tailEnd type="triangle" w="med" len="med"/>
          </a:ln>
        </p:spPr>
      </p:cxnSp>
      <p:sp>
        <p:nvSpPr>
          <p:cNvPr id="10" name="TextBox 31">
            <a:extLst>
              <a:ext uri="{FF2B5EF4-FFF2-40B4-BE49-F238E27FC236}">
                <a16:creationId xmlns:a16="http://schemas.microsoft.com/office/drawing/2014/main" id="{1861310C-E604-6677-7DDE-670793593E9D}"/>
              </a:ext>
            </a:extLst>
          </p:cNvPr>
          <p:cNvSpPr/>
          <p:nvPr/>
        </p:nvSpPr>
        <p:spPr>
          <a:xfrm>
            <a:off x="3912705" y="1565873"/>
            <a:ext cx="3297600" cy="11988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Aptos"/>
              </a:rPr>
              <a:t>Possibility to quick search in predefined spaces included ‘last accessed’ also with keyword overwrite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" name="Straight Arrow Connector 25">
            <a:extLst>
              <a:ext uri="{FF2B5EF4-FFF2-40B4-BE49-F238E27FC236}">
                <a16:creationId xmlns:a16="http://schemas.microsoft.com/office/drawing/2014/main" id="{2909062C-D6E6-29D5-F2CB-3279E0461C42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1591733" y="2054846"/>
            <a:ext cx="2320972" cy="110465"/>
          </a:xfrm>
          <a:prstGeom prst="straightConnector1">
            <a:avLst/>
          </a:prstGeom>
          <a:ln w="0">
            <a:solidFill>
              <a:srgbClr val="156082"/>
            </a:solidFill>
            <a:tailEnd type="triangle" w="med" len="med"/>
          </a:ln>
        </p:spPr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C74A919-A377-AC0D-A957-12BFBC7FA253}"/>
              </a:ext>
            </a:extLst>
          </p:cNvPr>
          <p:cNvGrpSpPr/>
          <p:nvPr/>
        </p:nvGrpSpPr>
        <p:grpSpPr>
          <a:xfrm>
            <a:off x="107655" y="5278799"/>
            <a:ext cx="4657931" cy="1443919"/>
            <a:chOff x="283029" y="5382599"/>
            <a:chExt cx="4657931" cy="1443919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25BAB2D-9950-B436-4260-D3C097EFFB08}"/>
                </a:ext>
              </a:extLst>
            </p:cNvPr>
            <p:cNvSpPr/>
            <p:nvPr/>
          </p:nvSpPr>
          <p:spPr>
            <a:xfrm>
              <a:off x="283029" y="5382599"/>
              <a:ext cx="4657931" cy="1443919"/>
            </a:xfrm>
            <a:prstGeom prst="rect">
              <a:avLst/>
            </a:prstGeom>
            <a:solidFill>
              <a:srgbClr val="FFFF00">
                <a:alpha val="2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58" name="Picture 10" descr="A close up of a word&#10;&#10;Description automatically generated"/>
            <p:cNvPicPr/>
            <p:nvPr/>
          </p:nvPicPr>
          <p:blipFill>
            <a:blip r:embed="rId4"/>
            <a:stretch/>
          </p:blipFill>
          <p:spPr>
            <a:xfrm>
              <a:off x="537706" y="6013989"/>
              <a:ext cx="4324320" cy="4946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63" name="TextBox 22"/>
            <p:cNvSpPr/>
            <p:nvPr/>
          </p:nvSpPr>
          <p:spPr>
            <a:xfrm>
              <a:off x="451472" y="5522580"/>
              <a:ext cx="3949712" cy="367878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800" b="0" u="none" strike="noStrike" dirty="0">
                  <a:solidFill>
                    <a:schemeClr val="dk1"/>
                  </a:solidFill>
                  <a:effectLst/>
                  <a:uFillTx/>
                  <a:latin typeface="Aptos"/>
                </a:rPr>
                <a:t>Search from Omnibox with keyword ‘c’</a:t>
              </a:r>
              <a:endPara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0" name="TextBox 5"/>
          <p:cNvSpPr/>
          <p:nvPr/>
        </p:nvSpPr>
        <p:spPr>
          <a:xfrm>
            <a:off x="51049" y="4426944"/>
            <a:ext cx="5298639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u="none" strike="noStrike" dirty="0">
                <a:solidFill>
                  <a:schemeClr val="dk1"/>
                </a:solidFill>
                <a:effectLst/>
                <a:uFillTx/>
                <a:latin typeface="Aptos"/>
              </a:rPr>
              <a:t>Open native </a:t>
            </a:r>
            <a:r>
              <a:rPr lang="en-US" b="1" u="none" strike="noStrike" dirty="0">
                <a:solidFill>
                  <a:schemeClr val="dk1"/>
                </a:solidFill>
                <a:effectLst/>
                <a:uFillTx/>
                <a:latin typeface="Aptos"/>
              </a:rPr>
              <a:t>Confluence advanced Search with </a:t>
            </a:r>
            <a:r>
              <a:rPr lang="en-US" b="1" u="none" strike="noStrike" dirty="0" err="1">
                <a:solidFill>
                  <a:schemeClr val="dk1"/>
                </a:solidFill>
                <a:effectLst/>
                <a:uFillTx/>
                <a:latin typeface="Aptos"/>
              </a:rPr>
              <a:t>Ctrl</a:t>
            </a:r>
            <a:r>
              <a:rPr lang="en-US" b="0" u="none" strike="noStrike" dirty="0" err="1">
                <a:solidFill>
                  <a:schemeClr val="dk1"/>
                </a:solidFill>
                <a:effectLst/>
                <a:uFillTx/>
                <a:latin typeface="Aptos"/>
              </a:rPr>
              <a:t>+Submit</a:t>
            </a:r>
            <a:r>
              <a:rPr lang="en-US" b="0" u="none" strike="noStrike" dirty="0">
                <a:solidFill>
                  <a:schemeClr val="dk1"/>
                </a:solidFill>
                <a:effectLst/>
                <a:uFillTx/>
                <a:latin typeface="Aptos"/>
              </a:rPr>
              <a:t> or default mode from omnibox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95E1602-E504-AF62-0E3E-676B08547871}"/>
              </a:ext>
            </a:extLst>
          </p:cNvPr>
          <p:cNvGrpSpPr/>
          <p:nvPr/>
        </p:nvGrpSpPr>
        <p:grpSpPr>
          <a:xfrm>
            <a:off x="8660675" y="3596708"/>
            <a:ext cx="2912558" cy="3045803"/>
            <a:chOff x="8660675" y="3596708"/>
            <a:chExt cx="2912558" cy="3045803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EC1EF59-D012-4760-AFFA-0AEAF7CF6115}"/>
                </a:ext>
              </a:extLst>
            </p:cNvPr>
            <p:cNvSpPr/>
            <p:nvPr/>
          </p:nvSpPr>
          <p:spPr>
            <a:xfrm>
              <a:off x="8660675" y="3596708"/>
              <a:ext cx="2912558" cy="3045803"/>
            </a:xfrm>
            <a:prstGeom prst="rect">
              <a:avLst/>
            </a:prstGeom>
            <a:solidFill>
              <a:schemeClr val="accent5">
                <a:lumMod val="20000"/>
                <a:lumOff val="80000"/>
                <a:alpha val="2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TextBox 5">
              <a:extLst>
                <a:ext uri="{FF2B5EF4-FFF2-40B4-BE49-F238E27FC236}">
                  <a16:creationId xmlns:a16="http://schemas.microsoft.com/office/drawing/2014/main" id="{A0D31A4E-963B-96E0-EC52-0585D05C02E1}"/>
                </a:ext>
              </a:extLst>
            </p:cNvPr>
            <p:cNvSpPr/>
            <p:nvPr/>
          </p:nvSpPr>
          <p:spPr>
            <a:xfrm>
              <a:off x="8909647" y="3670443"/>
              <a:ext cx="2042834" cy="367878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squar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b="1" u="none" strike="noStrike" dirty="0">
                  <a:solidFill>
                    <a:schemeClr val="dk1"/>
                  </a:solidFill>
                  <a:effectLst/>
                  <a:uFillTx/>
                  <a:latin typeface="Aptos"/>
                </a:rPr>
                <a:t>Label Dictionary</a:t>
              </a:r>
              <a:endParaRPr lang="en-US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C72313F2-9823-AEF7-215A-7EEFD624023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946249" y="4018845"/>
              <a:ext cx="2272501" cy="2184891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EE8E768-281B-0F90-0CA4-A59E45984327}"/>
                </a:ext>
              </a:extLst>
            </p:cNvPr>
            <p:cNvSpPr txBox="1"/>
            <p:nvPr/>
          </p:nvSpPr>
          <p:spPr>
            <a:xfrm>
              <a:off x="9165457" y="6150257"/>
              <a:ext cx="160107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for quick search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E6DD770-4EF9-B503-394F-85D4E54DE9E1}"/>
              </a:ext>
            </a:extLst>
          </p:cNvPr>
          <p:cNvGrpSpPr/>
          <p:nvPr/>
        </p:nvGrpSpPr>
        <p:grpSpPr>
          <a:xfrm>
            <a:off x="8524571" y="52379"/>
            <a:ext cx="3498214" cy="3406996"/>
            <a:chOff x="8267668" y="65744"/>
            <a:chExt cx="3498214" cy="3406996"/>
          </a:xfrm>
        </p:grpSpPr>
        <p:sp>
          <p:nvSpPr>
            <p:cNvPr id="61" name="TextBox 20"/>
            <p:cNvSpPr/>
            <p:nvPr/>
          </p:nvSpPr>
          <p:spPr>
            <a:xfrm>
              <a:off x="8468282" y="2764748"/>
              <a:ext cx="3297600" cy="644877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800" b="0" u="none" strike="noStrike" dirty="0">
                  <a:solidFill>
                    <a:schemeClr val="dk1"/>
                  </a:solidFill>
                  <a:effectLst/>
                  <a:uFillTx/>
                  <a:latin typeface="Aptos"/>
                </a:rPr>
                <a:t>Search </a:t>
              </a:r>
              <a:r>
                <a:rPr lang="en-US" sz="1800" b="1" u="none" strike="noStrike" dirty="0">
                  <a:solidFill>
                    <a:schemeClr val="dk1"/>
                  </a:solidFill>
                  <a:effectLst/>
                  <a:uFillTx/>
                  <a:latin typeface="Aptos"/>
                </a:rPr>
                <a:t>Options</a:t>
              </a:r>
              <a:r>
                <a:rPr lang="en-US" sz="1800" b="0" u="none" strike="noStrike" dirty="0">
                  <a:solidFill>
                    <a:schemeClr val="dk1"/>
                  </a:solidFill>
                  <a:effectLst/>
                  <a:uFillTx/>
                  <a:latin typeface="Aptos"/>
                </a:rPr>
                <a:t> for Type, Result Limit, Default Space</a:t>
              </a:r>
              <a:endPara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E1BB4E0-01A5-5F62-6979-B89FAD9455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370" y="146884"/>
              <a:ext cx="2739475" cy="2520000"/>
            </a:xfrm>
            <a:prstGeom prst="rect">
              <a:avLst/>
            </a:prstGeom>
          </p:spPr>
        </p:pic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D8DA191-E80D-B10E-E64D-05D21591CBBB}"/>
                </a:ext>
              </a:extLst>
            </p:cNvPr>
            <p:cNvSpPr/>
            <p:nvPr/>
          </p:nvSpPr>
          <p:spPr>
            <a:xfrm>
              <a:off x="8267668" y="65744"/>
              <a:ext cx="3498214" cy="3406996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D2E3113E-519B-D456-7247-42CC34EFF462}"/>
              </a:ext>
            </a:extLst>
          </p:cNvPr>
          <p:cNvSpPr/>
          <p:nvPr/>
        </p:nvSpPr>
        <p:spPr>
          <a:xfrm>
            <a:off x="185334" y="245302"/>
            <a:ext cx="3835591" cy="1509475"/>
          </a:xfrm>
          <a:prstGeom prst="rect">
            <a:avLst/>
          </a:prstGeom>
          <a:solidFill>
            <a:schemeClr val="accent6">
              <a:lumMod val="20000"/>
              <a:lumOff val="80000"/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8B07E6-E13A-8F82-A3E4-191C4063FB21}"/>
              </a:ext>
            </a:extLst>
          </p:cNvPr>
          <p:cNvSpPr/>
          <p:nvPr/>
        </p:nvSpPr>
        <p:spPr>
          <a:xfrm>
            <a:off x="96677" y="4072504"/>
            <a:ext cx="5566964" cy="2424973"/>
          </a:xfrm>
          <a:prstGeom prst="rect">
            <a:avLst/>
          </a:prstGeom>
          <a:solidFill>
            <a:srgbClr val="FFC00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64EA73-5790-8956-459F-F5E4152705FA}"/>
              </a:ext>
            </a:extLst>
          </p:cNvPr>
          <p:cNvSpPr txBox="1"/>
          <p:nvPr/>
        </p:nvSpPr>
        <p:spPr>
          <a:xfrm>
            <a:off x="232965" y="451789"/>
            <a:ext cx="378796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Copy Link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Link using </a:t>
            </a:r>
            <a:r>
              <a:rPr lang="en-US" dirty="0" err="1"/>
              <a:t>PageId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(robust to relocation or renaming)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Breadcrumb format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28E267-A6D3-6F75-E73B-A9A0110E28FB}"/>
              </a:ext>
            </a:extLst>
          </p:cNvPr>
          <p:cNvSpPr txBox="1"/>
          <p:nvPr/>
        </p:nvSpPr>
        <p:spPr>
          <a:xfrm>
            <a:off x="185334" y="4103687"/>
            <a:ext cx="452957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Table of Contents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Overlay with Left or Right default position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expandable levels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Jump to heading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Draggable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B0E83D7-5CE1-05AB-2509-678C9A0B0FC5}"/>
              </a:ext>
            </a:extLst>
          </p:cNvPr>
          <p:cNvSpPr/>
          <p:nvPr/>
        </p:nvSpPr>
        <p:spPr>
          <a:xfrm>
            <a:off x="4618489" y="202761"/>
            <a:ext cx="7488347" cy="3817979"/>
          </a:xfrm>
          <a:prstGeom prst="rect">
            <a:avLst/>
          </a:prstGeom>
          <a:solidFill>
            <a:schemeClr val="accent1">
              <a:lumMod val="20000"/>
              <a:lumOff val="80000"/>
              <a:alpha val="2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14CD12-474C-0A0E-9238-23BE4C3F3A9F}"/>
              </a:ext>
            </a:extLst>
          </p:cNvPr>
          <p:cNvSpPr txBox="1"/>
          <p:nvPr/>
        </p:nvSpPr>
        <p:spPr>
          <a:xfrm>
            <a:off x="7154074" y="202761"/>
            <a:ext cx="328006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Snippet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Local Handling of Templates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Variable expansion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Export/Import for sharing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Source or Rich Editor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8B3FC1-A1CC-60EB-5E78-2B908ECA0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3134" y="1807992"/>
            <a:ext cx="2156071" cy="177710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E09C830-CFC3-4DE0-BFAB-8A0ECEAFEE54}"/>
              </a:ext>
            </a:extLst>
          </p:cNvPr>
          <p:cNvSpPr txBox="1"/>
          <p:nvPr/>
        </p:nvSpPr>
        <p:spPr>
          <a:xfrm>
            <a:off x="7488317" y="3582198"/>
            <a:ext cx="21515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Snippet Selector for Quick Insert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9C28695-6E87-B5C2-55FC-1448BD333F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2108" y="1807992"/>
            <a:ext cx="1526402" cy="73147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3AD95A7-9121-54EE-946B-968BB1A220CC}"/>
              </a:ext>
            </a:extLst>
          </p:cNvPr>
          <p:cNvSpPr txBox="1"/>
          <p:nvPr/>
        </p:nvSpPr>
        <p:spPr>
          <a:xfrm>
            <a:off x="10220274" y="2539470"/>
            <a:ext cx="13500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Variable Expansion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7BA5FF-9FBA-4EA3-65B0-CECDC67BD386}"/>
              </a:ext>
            </a:extLst>
          </p:cNvPr>
          <p:cNvSpPr txBox="1"/>
          <p:nvPr/>
        </p:nvSpPr>
        <p:spPr>
          <a:xfrm>
            <a:off x="5057545" y="3451393"/>
            <a:ext cx="121219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Snippet Manager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D658550-351C-E95B-A0F6-8595EB8F98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9458" y="4868671"/>
            <a:ext cx="2889398" cy="140977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D3FD586-6717-4B17-AECE-645C6A3810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6443" y="479648"/>
            <a:ext cx="1935713" cy="2880000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C17FED27-6CB8-6770-D307-5722982B0383}"/>
              </a:ext>
            </a:extLst>
          </p:cNvPr>
          <p:cNvGrpSpPr/>
          <p:nvPr/>
        </p:nvGrpSpPr>
        <p:grpSpPr>
          <a:xfrm>
            <a:off x="6269736" y="4297627"/>
            <a:ext cx="5566964" cy="2117251"/>
            <a:chOff x="6439702" y="4575286"/>
            <a:chExt cx="5566964" cy="2117251"/>
          </a:xfrm>
        </p:grpSpPr>
        <p:sp>
          <p:nvSpPr>
            <p:cNvPr id="64" name="TextBox 23"/>
            <p:cNvSpPr/>
            <p:nvPr/>
          </p:nvSpPr>
          <p:spPr>
            <a:xfrm>
              <a:off x="6662722" y="4727451"/>
              <a:ext cx="4416250" cy="583321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800" b="1" u="none" strike="noStrike" dirty="0">
                  <a:solidFill>
                    <a:schemeClr val="dk1"/>
                  </a:solidFill>
                  <a:effectLst/>
                  <a:uFillTx/>
                  <a:latin typeface="Aptos"/>
                </a:rPr>
                <a:t>Numbered Headings </a:t>
              </a:r>
            </a:p>
            <a:p>
              <a:pPr marL="285750" indent="-285750" defTabSz="914400">
                <a:lnSpc>
                  <a:spcPct val="100000"/>
                </a:lnSpc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chemeClr val="dk1"/>
                  </a:solidFill>
                  <a:latin typeface="Aptos"/>
                </a:rPr>
                <a:t>Add/Remove Heading Numbering via context menu</a:t>
              </a:r>
              <a:endParaRPr lang="en-US" sz="14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735FA5D7-F4BA-0E8E-4957-836192B282B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669282" y="5284990"/>
              <a:ext cx="796966" cy="1165285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42DC743F-3811-9151-9BDE-1C44B9AD707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541637" y="5283875"/>
              <a:ext cx="612437" cy="1166400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D16421D1-1A3B-1EAD-0250-8F365CD4B10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557511" y="5385917"/>
              <a:ext cx="3325525" cy="720000"/>
            </a:xfrm>
            <a:prstGeom prst="rect">
              <a:avLst/>
            </a:prstGeom>
          </p:spPr>
        </p:pic>
        <p:sp>
          <p:nvSpPr>
            <p:cNvPr id="28" name="Arrow: Left-Right 27">
              <a:extLst>
                <a:ext uri="{FF2B5EF4-FFF2-40B4-BE49-F238E27FC236}">
                  <a16:creationId xmlns:a16="http://schemas.microsoft.com/office/drawing/2014/main" id="{3488592F-EFFB-BB53-47A7-CF5A30D6000A}"/>
                </a:ext>
              </a:extLst>
            </p:cNvPr>
            <p:cNvSpPr/>
            <p:nvPr/>
          </p:nvSpPr>
          <p:spPr>
            <a:xfrm>
              <a:off x="7213039" y="5794946"/>
              <a:ext cx="364980" cy="176932"/>
            </a:xfrm>
            <a:prstGeom prst="left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15B745B-A6F8-9DC1-E181-3B0000AB1831}"/>
                </a:ext>
              </a:extLst>
            </p:cNvPr>
            <p:cNvSpPr/>
            <p:nvPr/>
          </p:nvSpPr>
          <p:spPr>
            <a:xfrm>
              <a:off x="6439702" y="4575286"/>
              <a:ext cx="5566964" cy="2117251"/>
            </a:xfrm>
            <a:prstGeom prst="rect">
              <a:avLst/>
            </a:prstGeom>
            <a:solidFill>
              <a:schemeClr val="accent5">
                <a:lumMod val="20000"/>
                <a:lumOff val="80000"/>
                <a:alpha val="2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991128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8E8414C8-ED5E-13D2-BF83-38DCC1F33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0977" y="1941643"/>
            <a:ext cx="6155062" cy="3240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B909BF4-3107-1F1E-80A5-4DC3D8C95D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494" y="1971424"/>
            <a:ext cx="5809130" cy="3196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2726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</a:majorFont>
      <a:minorFont>
        <a:latin typeface="Aptos" panose="0211000402020202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146</Words>
  <Application>Microsoft Office PowerPoint</Application>
  <PresentationFormat>Widescreen</PresentationFormat>
  <Paragraphs>27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Aptos</vt:lpstr>
      <vt:lpstr>Aptos Display</vt:lpstr>
      <vt:lpstr>Arial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Dalon, Thierry (e.telligent GmbH)</dc:creator>
  <dc:description/>
  <cp:lastModifiedBy>Thierry Dalon</cp:lastModifiedBy>
  <cp:revision>21</cp:revision>
  <dcterms:created xsi:type="dcterms:W3CDTF">2024-03-15T08:03:49Z</dcterms:created>
  <dcterms:modified xsi:type="dcterms:W3CDTF">2026-04-22T20:35:47Z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</vt:i4>
  </property>
  <property fmtid="{D5CDD505-2E9C-101B-9397-08002B2CF9AE}" pid="4" name="MSIP_Label_b5e49a85-0fef-4269-9524-ce2bbf67895e_Enabled">
    <vt:lpwstr>true</vt:lpwstr>
  </property>
  <property fmtid="{D5CDD505-2E9C-101B-9397-08002B2CF9AE}" pid="5" name="MSIP_Label_b5e49a85-0fef-4269-9524-ce2bbf67895e_SetDate">
    <vt:lpwstr>2025-11-03T06:27:47Z</vt:lpwstr>
  </property>
  <property fmtid="{D5CDD505-2E9C-101B-9397-08002B2CF9AE}" pid="6" name="MSIP_Label_b5e49a85-0fef-4269-9524-ce2bbf67895e_Method">
    <vt:lpwstr>Standard</vt:lpwstr>
  </property>
  <property fmtid="{D5CDD505-2E9C-101B-9397-08002B2CF9AE}" pid="7" name="MSIP_Label_b5e49a85-0fef-4269-9524-ce2bbf67895e_Name">
    <vt:lpwstr>Vertraulich</vt:lpwstr>
  </property>
  <property fmtid="{D5CDD505-2E9C-101B-9397-08002B2CF9AE}" pid="8" name="MSIP_Label_b5e49a85-0fef-4269-9524-ce2bbf67895e_SiteId">
    <vt:lpwstr>9b48dacb-0069-42ea-a24a-22c6f85fcddc</vt:lpwstr>
  </property>
  <property fmtid="{D5CDD505-2E9C-101B-9397-08002B2CF9AE}" pid="9" name="MSIP_Label_b5e49a85-0fef-4269-9524-ce2bbf67895e_ActionId">
    <vt:lpwstr>1430c6b7-0c96-408a-96db-eb2b9678024c</vt:lpwstr>
  </property>
  <property fmtid="{D5CDD505-2E9C-101B-9397-08002B2CF9AE}" pid="10" name="MSIP_Label_b5e49a85-0fef-4269-9524-ce2bbf67895e_ContentBits">
    <vt:lpwstr>0</vt:lpwstr>
  </property>
  <property fmtid="{D5CDD505-2E9C-101B-9397-08002B2CF9AE}" pid="11" name="MSIP_Label_b5e49a85-0fef-4269-9524-ce2bbf67895e_Tag">
    <vt:lpwstr>10, 3, 0, 1</vt:lpwstr>
  </property>
</Properties>
</file>